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Today I present a complete 20-year decision support stack for international basketball.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tournament basketball, tiny samples create massive outcome bias. The analyst's job is evaluating underlying process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coach cannot make roster decisions from an arbitrary single rating. We deliver evidence across 6 auditable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central question asks how heterogeneous data can be structured into robust decision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dataset covers 18 premier international tournaments across 20 years with complete historical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number in this presentation is backed by our audited relational database with zero missing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Traditional position tags are obsolete. We cluster 4,350 campaigns into 6 functional archetypes.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architecture diagram maps our entire engineering and data science pipeline from raw data to coach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MVP stage was designed as a necessary prerequisite for the next, forming an integrated research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enforce strict temporal boundaries so models never have access to future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tells us what happened; video tells us why. An elite analyst synthesizes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double-coded 420 possessions to prove that video observations can achieve scientific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evidence hierarchy automatically flags tactical contradictions when stats and film disagree.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Random cross-validation is invalid in sports. We engineered 17 chronological walk-forward folds.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LightGBM outperformed linear baselines across all 1,105 out-of-sample matches.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model achieves an ECE of 0.0314, meaning predicted probabilities match real historical win frequencies.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use clustered bootstrap and permutation tests to report robust confidence intervals.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Historical Net Rating, shooting efficiency, and turnover control are the primary drivers of model probability.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 importance is not causality. Statistical models identify associations; coaches design interventions.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Single-game win probabilities cannot answer tournament questions. We simulate the entire bracket.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Across 180,000 simulations, 100% of historical champions ranked in the model's Top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 when shrinking probabilities by 50%, team rankings and champion identification remain perfectly 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used simulation to replay historical what-ifs, proving that Spain had a 26.8% chance to beat the Redeem Team in 2008.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MVP-8 synthesizes stats, roles, film, ML predictions, and simulations into structured candidate dossiers.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2022, the system gave Lorenzo Brown an 84.9 recommendation score, and he led Spain to an unexpected Gold Medal.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2015, the system awarded Pau Gasol an 80.8 score with Tier A confidence, leading to a legendary MVP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2019, the system recognized Rubio's role fit and awarded a 72.2 score, outranking naive PPG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2011, the system highlighted Calderon's efficiency alongside Navarro's volume, and both won Gold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professional analyst highlights contradictions and small-sample risks rather than hiding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multi-layer decision system outperformed naive counting stat baselines across historical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translate complex data science into clear, tactical language tailored for coaches and directors.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explicitly defines our boundaries: we empower coaches with evidence, not replace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clearly distinguish between our certified historical implementation and potential live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entire repository is backed by 128 automated tests passing 100% in under 32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strict temporal isolation barriers guarantee zero future data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senior analyst makes uncertainty visible. Here we document 10 explicit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diagram captures our core philosophy: the analyst provides structured evidence; the coach decides.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This project proves how a data analyst elevates basketball decision-making.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concise model answers to common questions from coaching and sporting leadership.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technical answers on validation, calibration, causality, and software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1: WHY THIS PROJECT EXISTS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International Basketball Historical Analytics (2005–2025)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Transforming 20 Years of Heterogeneous Basketball Data into Uncertainty-Aware Decision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Core Premise: The value of the analyst is not making the decision, but giving decision-makers better evidence and clearer uncertainty.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Epistemological Foundation: Prediction != Causation | Observation != Proof | Model Output != Analyst Judgment.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Comprehensive Scope: 18 Tournaments, 1,145 Games, 4,350 Campaigns, 128 Automated Unit Tests (100% Pass Rate).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Presentation Objective: Demonstrating professional quantitative decision support for head coaches and sporting directors.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1: WHY THIS PROJECT EXISTS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The Problem of Uncertainty in Basketball Decisions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Beyond Traditional Counting Stats and Outcome Bias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Small Sample Trap: International tournaments feature only 5 to 9 games per team over a 2-week span.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Outcome Bias: A flawed tactical process can accidentally win on a buzzer-beater; a great process can suffer bad shooting variance.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Traditional Boxscore Flaws: Points and rebounds ignore pace, possession efficiency, opponent quality, and defensive scheme context.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Analyst Mission: Decouple process quality from random outcome noise through rigorous multi-layer modeling.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1: WHY THIS PROJECT EXISTS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The Multi-Layer Evidence Hierarchy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What Does a Coaching Staff and Sporting Leadership Actually Need?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Efficiency Context: True Shooting Efficiency (TS%), Turnover Rate (TOV%), and Four Factors possession impact.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Statistical Reliability: Explicit Bootstrap Confidence Intervals (B=5,000) and sample exposure thresholds.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Functional Roles: Categorizing players by tactical archetype rather than obsolete 1-to-5 position labels.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Film Validation: Double-coded qualitative video analysis (Cohen's Kappa = 0.80) to inspect decision mechanics.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Predictive &amp; Simulation Support: Out-of-sample win probability shifts and Monte Carlo bracket advancement odds.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1: WHY THIS PROJECT EXISTS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The Central Research Question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Transforming Historical Basketball Evidence into Decision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Primary Question: 'How can an analyst transform historical match, player, and tactical data into defensible decision support?'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Secondary Objectives: Decision Quality, Evidence Rigor, Probability Calibration, and Historical Generalization.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Focus on Senior Men's FIBA Competitions: EuroBasket, FIBA World Cup, and Olympic Basketball Tournaments (2005–2024).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End-to-End Execution: Full stack spanning Data Engineering, Econometrics, Supervised ML, Simulation, and Decision Science.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2: PROJECT SCOPE &amp; UNIVERSE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Historical Scope &amp; Tournament Coverage Timeline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18 Certified Senior Men's Tournaments (2005–2024)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EuroBasket Universe (8 Tournaments): 2005, 2007, 2009, 2011, 2013, 2015, 2017, 2022.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FIBA World Cup Universe (5 Tournaments): 2006, 2010, 2014, 2019, 2023.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Olympic Basketball Universe (5 Tournaments): 2008, 2012, 2016, 2020, 2024.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Temporal Fidelity: Reflects exact historical calendar cycles without fabricating unplayed tournament years.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2: PROJECT SCOPE &amp; UNIVERSE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Verified Data Cardinalities &amp; Warehouse Integrity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Enterprise-Grade Relational Analytical Warehouse (DuckDB)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Canonical Match Universe: 1,145 Games (100% reconciled against official FIBA records with 0 missing games).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Team-Game Observations: 2,290 Records across bilateral home/away perspectives.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Player Campaigns: 4,350 Total Campaigns (3,767 qualified under the &gt;= 40 minutes screening filter).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Granular Player-Games: 27,353 Individual game boxscores and per-possession rate metrics.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Tactical Film Layer: 420 Double-coded high-leverage possessions (Cohen's Kappa = 1.00 / 0.80).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2: PROJECT SCOPE &amp; UNIVERSE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Functional Player Archetypes (Beyond Nominal Positions)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Unsupervised Role Discovery via K-Means++ and PCA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Primary Initiator / Floor General: High usage, elite assist rate (AST% &gt;= 25%), primary pick-and-roll ball-handler.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Two-Way Scoring Wing / Slasher: Secondary creation, rim penetration, perimeter defensive versatility.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Perimeter Movement Shooter / Spacer: High 3-point attempt rate (3PAr &gt;= 50%), off-ball gravity and relocation.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Stretch Big / Pick-and-Pop Forward: Frontcourt floor spacing, trailing transition threes, pick-and-pop execution.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Low-Block Anchor / Interior Scorer: Post-up efficiency, offensive rebounding gravity, interior hub passing.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Rim Protector / Roll Threat &amp; Anchor: Defensive rim deterrence, pick-and-roll dive threat, screen setting.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3: ANALYTICAL ARCHITECTURE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The Full End-to-End Analytical Pipeline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From Raw Immutable Data to Executive Decision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Stage 1-2: Data Acquisition &amp; Warehouse Engineering (SHA-256 raw storage, DuckDB relational schema).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Stage 3-4: Descriptive Analytics &amp; Archetype Clustering (Four Factors, ITS Econometrics, K-Means++).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Stage 5-6: Tactical Film &amp; Supervised ML (Double-coded video IRR, 17-fold temporal walk-forward validation).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Stage 7-8: Monte Carlo Simulation &amp; Decision Dossiers (180k tournament runs, 6-layer candidate dossiers).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Stage 9: Coaching Staff Decision Authority (Human expert judgment empowered by structured evidence).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3: ANALYTICAL ARCHITECTURE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Cumulative Stage Mapping (MVP-0 through MVP-8)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How Each Analytical Layer Builds Directly on Upstream Foundations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MVP-0 to MVP-1: Guaranteed bitwise data engineering integrity and 100% tournament coverage.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MVP-2: Quantified the macroeconomic impact of FIBA's 2010 3-point line expansion via Interrupted Time Series.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MVP-3 to MVP-4: Ingested 27,353 player-games and engineered the multi-dimensional Candidate Fit Index (CFI).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MVP-5 to MVP-6: Structured qualitative film coding and built calibrated pre-game predictive models (ECE = 0.0314).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MVP-7 to MVP-8: Propagated probabilities through tournament brackets and generated auditable decision dossiers.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3: ANALYTICAL ARCHITECTURE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Methodological Guardrails &amp; Zero Hindsight Invariant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Eliminating Data Leakage and Retrospective Contamination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Strict Temporal Isolation: Pre-game features for game G strictly query matches occurring prior to game G's date.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Bilateral Symmetry: Balanced bilateral representation prevents artificial home/away model bias.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Retrospective Outcome Isolation: Tournament winners and medals are strictly isolated as evaluation benchmarks.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No Data Overwrite: Raw provenance remains immutable with SHA-256 cryptographic verification.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4: TACTICAL FILM EVIDENCE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Quantitative Data vs Qualitative Film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The Complementary Relationship in High-Performance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Structured Quantitative Data: Measures WHAT happened (shooting efficiency, turnover rate, possession margins).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Qualitative Video Film: Investigates HOW and WHY it happened (decision speed, passing reads, defensive rotation angles).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The Analytical Principle: Never make a major roster decision on boxscores alone; never make a decision on highlight clips alone.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Integration: Video coding converts subjective scout notes into structured categorical variables.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4: TACTICAL FILM EVIDENCE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Inter-Rater Reliability (IRR) &amp; Video Coding Protocol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Structuring Video as Scientifically Auditable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Double-Coded Protocol: 420 high-leverage possessions independently coded across multiple analysts.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Action Types: Pick-and-Roll Reads, Closeout Attack/Defense, Post Hub Gravity, and Drop Coverage Navigation.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Action Classification Concordance: Cohen's Kappa = 1.00 (100% perfect tactical agreement).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Execution Quality Concordance: Cohen's Kappa = 0.80 (Substantial inter-rater reliability).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4: TACTICAL FILM EVIDENCE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The Tactical Evidence Hierarchy &amp; Contradiction Alerts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Flagging Discrepancies Between Boxscores and Tape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Level 1: Direct Video Observation of tactical execution (double-coded, high IRR).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Level 2: Empirical Rate Metrics (True Shooting, Turnover%, Rebound%).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Level 3: Model-Derived Attributions (Predicted Net Impact, Centroid Distance).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Contradiction Alert: Automatically triggered when boxscore stats contradict film execution quality.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5: SUPERVISED MODELING &amp; ML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Temporal Walk-Forward Validation Framework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Why Random K-Fold Splitting is Statistically Invalid in Sports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The Flaw of Random Splitting: Randomly shuffling tournament games leaks future tactical trends into past folds.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17 Expanding Temporal Folds: Models train exclusively on historical tournaments and test on the next chronological event.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Out-of-Sample Universe: 1,105 strictly out-of-sample evaluated games with zero future leakage.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Scientific Gold Standard: Mirrors real-world deployment where analysts only possess past data before a tournament.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5: SUPERVISED MODELING &amp; ML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Supervised Model Benchmark Results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4-Tier Comparison Across 1,105 Out-of-Sample Matches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Classification Benchmark (Win/Loss): Naive (Brier 0.250) -&gt; Logistic (0.210) -&gt; ElasticNet (0.208) -&gt; LightGBM (0.1967).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LightGBM Classification Performance: Brier = 0.1967 | LogLoss = 0.5741 | AUC-ROC = 0.7613.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Regression Benchmark (Point Margin): Naive (MAE 14.82) -&gt; Ridge (12.35) -&gt; ElasticNet (12.18) -&gt; LightGBM (11.74 pts).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Epistemological Takeaway: The model extracts real predictive signal from pre-game features under strict temporal testing.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5: SUPERVISED MODELING &amp; ML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Probability Calibration &amp; Expected Calibration Error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Why Calibrated Probabilities Matter to a Coaching Staff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The Concept: A 70% win probability model should see exactly 70 wins out of 100 historical predictions.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Empirical Result: LightGBM achieves an Expected Calibration Error of ECE = 0.0314 (3.14% deviation).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Coach-Facing Utility: Win probabilities can be trusted as reliable frequencies rather than uncalibrated confidence scores.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Reliability Diagram: Confirms monotonic alignment across decile bins without overconfident tail distortion.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5: SUPERVISED MODELING &amp; ML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Non-Parametric Statistical Inference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Clustered Bootstrap and Permutation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Clustered Bootstrap (B = 5,000 Iterations): Computes robust 95% CIs accounting for intra-tournament team correlation.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Permutation Hypothesis Testing (P = 10,000 Shuffles): Validates tactical differentials without assuming normality.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Multiple Testing Control: Benjamini-Hochberg False Discovery Rate controlled strictly at Q = 0.05.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Uncertainty Transparency: Every metric is presented with explicit sample bounds rather than a misleading single point.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6: FEATURE ATTRIBUTION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What Drives Model Predictions?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Feature Attribution Hierarchy (Permutation &amp; SHAP)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1. Multi-Tournament Net Rating Differential: Primary predictor of baseline team strength (+0.048 importance).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2. Effective Field Goal Disparity (eFG%): Shooting efficiency differential (+0.035 importance).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3. Turnover Percentage Differential (TOV%): Possession security and transition prevention (+0.024 importance).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4. Offensive Rebounding Disparity (ORB%): Second-chance generation (+0.018 importance).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5. In-Tournament Momentum: Recent group stage margin trajectory (+0.012 importance).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6: FEATURE ATTRIBUTION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The Golden Rule: Feature Importance != Causality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Maintaining Scientific and Epistemological Humility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Association vs Intervention: Finding that turnover margin is predictive does not prove telling players not to pass causes wins.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Omitted Variable Bias: Latent talent, tactical adjustments, and injuries drive both stats and victories.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The Analyst's Duty: Clearly communicate to coaches that statistical features identify risk patterns, not guaranteed levers.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Professional Framing: Use model attributions to ask better tactical questions, not dictate tactical dogma.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7: TOURNAMENT SIMULATION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Why Game-Level Probabilities Are Insufficient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Propagating Uncertainty Through Dependent Tournament Brackets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The Limitation: Single-game probabilities cannot evaluate multi-stage tournament advancement paths.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Knockout Volatility: Single-elimination formats compound variance; one cold shooting night causes elimination.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Monte Carlo Propagation: Simulating full tournament brackets from group stages through the championship final.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Output Metrics: P(Advance Group), P(Reach QF), P(Reach SF), P(Reach Final), and P(Win Championship).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7: TOURNAMENT SIMULATION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Retrospective Historical Simulation Findings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180,000 Monte Carlo Iterations Across 18 Tournaments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Champion Top-1 Hit Rate: 72.2% (13 of 18 actual champions were simulated #1 pre-tournament favorites).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Champion Top-2 Hit Rate: 77.8% (14 of 18 champions ranked in Top 2).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Champion Top-4 Hit Rate: 100.0% (18 of 18 champions ranked in Top 4).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Mean Champion Rank: 1.50 across 20 years of international basketball.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Sample Size Caveat: N = 18 is a small retrospective sample; metrics prove historical consistency, not clairvoyance.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7: TOURNAMENT SIMULATION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Probability Shrinkage &amp; Scenario Sensitivity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Testing Robustness to Game-Level Probability Overconfidence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Shrinkage Transformation: p_shrunk = lambda * p + (1 - lambda) * 0.50 across lambda in {0.50, 0.75, 1.00}.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Decision Invariance: Champion Top-1 Hit Rate (72.2%) and Mean Rank (1.50) remain 100% identical across all shrinkage levels.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Uncertainty Compression: Title probabilities shrink naturally (55.0% -&gt; 47.1%) while relative contender rankings hold firm.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Executive Takeaway: Decision support rankings do not depend on fragile, overconfident probability tails.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7: TOURNAMENT SIMULATION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Controlled Flagship Counterfactuals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Replaying Historic Knockout Scenarios (10,000 Runs Each)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Beijing 2008 Final Replay (Spain vs USA): Under pre-game odds (P=26.4%), Spain won gold in 26.84% of 10k replays.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EuroBasket 2015 Spain Pre-Knockout Path: Despite 2 group losses, Spain retained a 67.6% model-implied title probability.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EuroBasket 2022 Tactical Perturbation: Spain's title odds compressed from 72.0% to 66.2% under lambda=0.75.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Simulation Utility: Quantifies the true mathematical volatility of single-elimination tournament basketball.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8: ANALYST DECISION SYSTEM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MVP-8 Decision System Architecture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Synthesizing 6 Heterogeneous Layers into Auditable Dossiers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Multi-Criteria Score: S_rec = 0.25*Role + 0.25*TS% + 0.20*Reliability + 0.15*PredictiveImpact + 0.15*FilmQuality.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Confidence Tiers: Tier A (High Confidence, N&gt;=150m + Film IRR) | Tier B (Moderate, N&gt;=90m) | Tier C (Limited).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Recommendation Status: RECOMMENDED (Score &gt;= 70.0) | PROCEED WITH CAUTION (55-70) | NOT RECOMMENDED (&lt;55).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Contradiction Audit: Explicitly searches for and highlights discrepancies between stats and film.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8: ANALYST DECISION SYSTEM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Case Study 1: Lorenzo Brown (EuroBasket 2022)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Naturalized Guard Integration During Generational Rebuild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Context: Spain faced an acute backcourt deficit following the Gasol retirements and Ricky Rubio's ACL tear.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Dossier Metrics: Role Fit = 100.0 (Primary Initiator) | TS% = 58.4% | Predictive Net Impact = +4.2 | Tier B Confidence.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Final Recommendation Score: 84.9 (RECOMMENDED).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Historical Outcome: Lorenzo Brown made the All-Tournament Team (15.2 PPG, 7.6 APG) and led Spain to Gold.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8: ANALYST DECISION SYSTEM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Case Study 2: Pau Gasol (EuroBasket 2015)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Interior Hub Dominance and Single-Tournament MVP Peak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Context: Spain lacked exterior creators (Navarro/Rubio absent) and required an offense centered on post hub gravity.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Dossier Metrics: Role Fit = 85.0 | TS% = 64.8% (25.6 PPG, 8.8 RPG) | Video Film Quality = 3.75/4.0 | Tier A Confidence.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Final Recommendation Score: 80.8 (RECOMMENDED).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Historical Outcome: Gasol won Tournament MVP (40 pts vs France in Semis) and led Spain to Gold.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8: ANALYST DECISION SYSTEM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Case Study 3: Ricky Rubio (FIBA World Cup 2019)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Transition from Pure Distributor to Tournament MVP Scorer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Context: Spain needed perimeter scoring alongside Marc Gasol's high-post facilitation.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Dossier Metrics: Role Fit = 95.0 (Primary Initiator) | TS% = 56.2% (16.4 PPG, 6.0 APG) | Predictive Impact = +3.8.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Final Recommendation Score: 72.2 (RECOMMENDED).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Historical Outcome: Ricky Rubio won World Cup MVP and led Spain to the World Championship in Beijing.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8: ANALYST DECISION SYSTEM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Case Study 4: Calderón vs Navarro (EuroBasket 2011)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Hyper-Efficiency vs Historic Volume Shot Creation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Jose Manuel Calderon: TS% = 62.5%, AST/TOV = 4.2, Recommendation Score = 74.8 (High efficiency, ball security).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Juan Carlos Navarro: TS% = 54.8%, USG% = 28.5%, Recommendation Score = 71.9 (High-volume creator, difficult shotmaker).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Analyst Trade-Off: System highlights Calderon as the safer floor general, while validating Navarro as a primary creator.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Coaching Synergy: Coach Scariolo paired both in tandem to secure the 2011 European Championship.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9: CONTRADICTION SURFACING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Surfacing Contradictions Rather Than Hiding Them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The Mark of Professional Decision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Small Sample Traps: High scoring efficiency in under 40 minutes is flagged as 'Tier C Insufficient Sample'.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Tactical Mismatches: Strong offensive production paired with blown P&amp;R drop coverage triggers a 'Tactical Contradiction Alert'.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Spacing Deficits: Identifying lineup role overlap when multiple ball-dominant guards share the court.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The Analyst's Duty: Protect the coaching staff from statistical blind spots and small-sample illusions.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9: CONTRADICTION SURFACING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Historical Decision Validation vs Baseline Rules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80.0% Exact Historical Concordance Across Flagship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MVP-8 Multi-Layer Decision System: 80.0% Concordance (4 of 5 Decisions) | 100% Contender Capture.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Baseline Rule A (Naive PPG): 60.0% Concordance (Vulnerable to inefficient high-volume scoring).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Baseline Rule B (Historical Experience): 60.0% Concordance (Vulnerable to aging and role decline).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Scientific Integrity: 5 reconstructed decisions demonstrate qualitative consistency, not proof of causal superiority.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9: CONTRADICTION SURFACING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Translation to Basketball Practice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What Coaching Staff and Sporting Directors Actually Receive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What a Head Coach Receives: Opponent offensive scheme profiles, P&amp;R coverage vulnerabilities, and film study questions.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What an Assistant Coach Receives: Lineup spacing ratings, shooting variance bounds, and matchup defensive assignments.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What a Sporting Director Receives: Roster archetype balance audits, generational transition profiles, and medal simulations.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Executive Principle: Translation from complex data science into actionable, intuitive basketball language.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10: BOUNDARIES &amp; WORKFLOW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What the System Does NOT Do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Explicit Boundaries and Epistemological Humility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The System Does NOT: Replace coaches or scouts, claim causal certainty, or guarantee tournament victory.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The System Does NOT: Provide live in-game tracking or execute transfer-market club scouting.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The System DOES: Organize multi-modal evidence, eliminate future data leakage, and quantify uncertainty.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The System DOES: Deliver calibrated probabilities (ECE = 0.0314) and surface tactical contradictions transparently.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10: BOUNDARIES &amp; WORKFLOW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Professional Analyst Operational Workflow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Implemented Pre-Game Layer vs Potential Live 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Implemented Pre-Game Layer: Multi-tournament historical baselines, archetype discovery, calibrated ML, and bracket simulations.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Potential In-Tournament Workflow: Updating Bayesian priors after group stage games, tracking performance deviations.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Potential Post-Tournament Workflow: Tactical audit, rotation efficiency evaluation, and generational succession planning.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Operational Distinction: Clear separation between certified historical capabilities and live operational extensions.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10: BOUNDARIES &amp; WORKFLOW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Technical Stack &amp; Software Engineering Rigor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Production-Grade Code Quality and 100% Test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Core Technologies: Python 3.14, DuckDB, Pandas, NumPy, Scikit-Learn, LightGBM, Matplotlib.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Automated Test Suite: 128 Automated Unit &amp; Integration Tests running in 31.8 seconds (100% Pass Rate).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Bitwise Determinism: Master random seed 42 ensures identical simulation dataframes and reproducible results.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Warehouse Rigor: Relational schema constraints, foreign key validation, and cryptographic SHA-256 provenance.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10: BOUNDARIES &amp; WORKFLOW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Data Leakage Prevention Architecture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Methodological Superiority in Sports Time-Series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Temporal Isolation Barrier: All feature engineering strictly isolates historical past from future evaluation games.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No Duplicate Match Representation: Bilateral perspective is preserved without polluting train/test splits.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Retrospective Outcome Isolation: Tournament champions and medalists are isolated as retrospective targets.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Audit Trail: Complete logging of fold manifests, random seeds, and feature transformations.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10: BOUNDARIES &amp; WORKFLOW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Transparent Limitations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10 Explicit Constraints Acknowledged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1. Small Tournament Sample Size (N = 18 Tournaments).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2. Small Within-Tournament Game Samples (5 to 9 games per team).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3. Roster Turnover between international FIBA windows.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4. Absence of optical tracking coordinates or live biometric telemetry.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5. Qualitative video coding limited to 420 high-leverage possessions.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6. Non-linear tactical dependencies are difficult to fully parameterize.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7. Historical tournament formats evolved across the 20-year sample.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8. Simulation accuracy is strictly conditional on underlying model calibration.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9. Historical decision validation sample is small (N = 5 Reconstructed Scenarios).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10. Feature attribution represents statistical association, not causal intervention.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11: CORE VALUE OF ANALYST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The Value Chain of Basketball Analytics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Where the Analyst Sits in the Decision-Making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Raw Data -&gt; Structured Information -&gt; Calibrated Evidence -&gt; Tactical Context -&gt; Quantified Uncertainty.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Decision Support Dossier -&gt; Human Expert Judgment -&gt; Final Basketball Decision (Head Coach / Director).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The Analyst's Contribution: Transforming chaos into structured evidence and surfacing actionable trade-offs.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The Coach's Authority: Exercising tactical judgment, emotional intelligence, and in-game leadership.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11: CORE VALUE OF ANALYST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Conclusion &amp; Professional Portfolio Summary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From Data to Evidence. From Evidence to Better Decisions.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Summary: Built a complete, certified 20-year decision support system for international basketball.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Demonstrated Competencies: Data Engineering, Econometrics, Supervised ML, Monte Carlo Simulation, Decision Science.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Final Message: 'This project is not an attempt to automate basketball. It is a demonstration of how a dedicated analyst elevates the decision process.'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From Data to Evidence. From Evidence to Better Decisions. Thank you.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12: INTERVIEW Q&amp;A APPENDIX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Coaching &amp; Sporting Leadership Q&amp;A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Model Answers for Basketball Professionals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Q: 'How would I use this during tournament preparation?' -&gt; Baseline opponent tendencies, creator gravity, and P&amp;R drop vulnerabilities.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Q: 'What happens when the data disagrees with my video scout?' -&gt; The system surfaces the contradiction as a priority discussion topic.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Q: 'Can I trust a 75% win probability?' -&gt; Yes, because the model is calibrated (ECE = 0.0314); 75% means winning 3 of 4 and losing 1 of 4.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Q: 'What decisions does this support?' -&gt; Roster composition, role balance, lineup spacing, and tournament scenario planning.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SECTION 12: INTERVIEW Q&amp;A APPENDIX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Technical Data Science &amp; Engineering Q&amp;A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Model Answers for Quantitative Interviewers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713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Q: 'Why temporal walk-forward validation?' -&gt; K-fold leaks future information; walk-forward preserves chronological realism.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Q: 'Why use Brier score over Accuracy?' -&gt; Accuracy ignores confidence; Brier score evaluates probability calibration directly.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Q: 'Why isn't feature importance causal?' -&gt; Permutation importance measures associative loss degradation, not intervention effects.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Q: 'How do you guarantee reproducibility?' -&gt; Master seed 42, deterministic DuckDB marts, and 128 automated tests.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