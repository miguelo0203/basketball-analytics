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29260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PORTFOLIO EXECUTIVE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International Basketball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20 Years of FIBA Competitions (2005-2024): An End-to-End Data, ML &amp; Decision Support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1371600"/>
          </a:xfrm>
          <a:prstGeom prst="round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Python + R + DuckDB + Parquet  |  1,145 Games  |  27,353 Player Records  |  227 Automated Tests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Miguel - Basketball Data Analyst &amp; Quantitative Scout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From Raw Data to Court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complete data engineering and predictive pipeline built for professional basketball decision-makers.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01. Data Foundation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18 senior FIBA tournaments (EuroBasket, World Cup, Olympics) structured into an OLAP DuckDB warehouse with 12 normalized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02. Advanced Metrics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Dean Oliver Four Factors normalized to pace, True Shooting %, and longitudinal career stability via Bayesian shrinkage.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03. Machine Learning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Chronological 17-fold walk-forward validation (1,105 test games). Brier Score 0.1967 (vs 0.2500 naive) and ECE 0.0314.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04. Decision Support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1.5-page pre-game coaching briefs, 6 objective player archetypes, and anti-hindsight validation mode.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Core Value: Reducing tactical uncertainty while preserving coaching intuition.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ACT I: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Analytics Challenge in Professional Basketball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Why traditional boxscores and 40-page scouting dossiers fail modern coaching staffs.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A580C"/>
                </a:solidFill>
              </a:defRPr>
            </a:pPr>
            <a:r>
              <a:t>The Status Quo: Information Overload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Scouting reports are flooded with raw totals (PPG, RPG) that ignore pace and lineup context.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Short-tournament variance (6-9 games) misleads decision-makers into over-valuing shooting hot streaks.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Models trained with random k-fold suffer from temporal data leakage, learning future tactical eras.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Analysts deliver disconnected charts instead of structured pre-game decision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Our Solution: The Data-First Pipeline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Pace-neutral Four Factors isolate true possession efficiency.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Bayesian shrinkage (lambda = 0.75) stabilizes small-sample noise toward historical priors.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Strict walk-forward expanding window guarantees zero future contamination.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Concise 1.5-page coaching briefs delivering actionable tactical hypotheses before tip-off.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284C7"/>
                </a:solidFill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926080"/>
            <a:ext cx="228600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Data Architecture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From Raw Historical Archives to In-Process Columnar OLAP with DuckDB and Parquet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Historical Scope &amp; Canonical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Two decades of international men's senior basketball verified with SHA-256 cryptographic provenance.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1,145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OFFICIAL MATCHES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Every game across 18 FIBA tournaments (2005-2024).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468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18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TOURNAMENTS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EuroBasket (2005-2022), FIBA World Cup (2006-2023), Olympics (2008-2024).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468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27,353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PLAYER PERFORMANCES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Individual boxscore game logs across all 18 tournaments.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828800"/>
            <a:ext cx="2468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0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2,124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CANONICAL PLAYERS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Deterministic entity resolution mapping names across 20 years.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Integrity: 100% immutable data lake with zero external live API dependencies.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Medallion Data Warehouse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Decoupled pipeline separating ingestion, relational validation, columnar storage, and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01_RAW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HTML/JSON Lake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18 tournament source archives stored for full offline reproducibility.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468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02_VALIDATED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DuckDB Warehouse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12 relational tables (28.5 MB uncompressed) with 3NF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468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03_ANALYTICS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Apache Parquet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11 high-performance columnar marts optimized for vectorized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828800"/>
            <a:ext cx="2468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04_DELIVERY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Python &amp; R APIs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Dual-engine consumption for ML training, statistical EDA, and briefs.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Performance: Sub-millisecond aggregations on 27k+ player rows directly in-memory.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Automated Quality Assurance &amp; Invariants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Rigorous mathematical contracts enforced prior to any statistical modeling.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200 Minutes / Game Rule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Every 40-minute regulation game strictly verifies exactly 200 player-minutes (plus 25 min per 5-min overtime). Any mismatch fails the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Score &amp; Boxscore Closure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Sum of points (2P + 3P + FT) is reconciled against official final match scores. Zero scoring discrepancies across 1,145 games.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3736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EA580C"/>
                </a:solidFill>
              </a:defRPr>
            </a:pPr>
            <a:r>
              <a:t>Entity Resolution Engine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Unified 2,124 players across language variants, accents, and name changes (e.g. Dirk Nowitzki, Bojan vs Bogdan Bogdanovic) using custom slug hashing.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Quality Standard: Corrupt data yields corrupt decisions. We validate before we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284C7"/>
                </a:solidFill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926080"/>
            <a:ext cx="228600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Analytics &amp; Modeling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Pace Normalization, Longitudinal Stability, Player Archetypes, and Calibrated Machine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METRICS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Pace Normalization &amp; Dean Oliver Four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Decomposing basketball efficiency into four fundamental, pace-neutral drivers.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Effective FG% (eFG%) — Shooting Efficiency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Weights 3-pointers at 1.5x. Accounts for shot quality differences.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eFG% = (FGM + 0.5 * 3PM) / FGA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EA580C"/>
                </a:solidFill>
              </a:defRPr>
            </a:pPr>
            <a:r>
              <a:t>Turnover Rate (TOV%) — Ball Security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Measures possessions ending in turnover per 100 plays.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TOV% = TOV / (FGA + 0.44 * FTA + TOV)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Off. Rebounding (ORB%) — Second Chances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Percentage of available offensive rebounds secured.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ORB% = ORB / (ORB + Opp_DRB)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Free Throw Rate (FTR) — Foul Drawing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Ratio of free throw attempts to field goal attempts.</a:t>
            </a:r>
          </a:p>
          <a:p>
            <a:pPr>
              <a:defRPr sz="1000" b="1">
                <a:solidFill>
                  <a:srgbClr val="0284C7"/>
                </a:solidFill>
              </a:defRPr>
            </a:pPr>
            <a:r>
              <a:t>FTR = FTA / FGA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Pace Neutrality: Comparing 65-possession games directly against 85-possession games.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LONGITUDINAL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Overcoming Small-Sample Tournament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Bayesian shrinkage (lambda = 0.75) stabilizes noisy tournament shooting toward career priors.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ESTIMATION FLOW: FROM NOISE TO STABILITY</a:t>
            </a:r>
          </a:p>
          <a:p>
            <a:pPr>
              <a:defRPr sz="1150" b="1">
                <a:solidFill>
                  <a:srgbClr val="EA580C"/>
                </a:solidFill>
              </a:defRPr>
            </a:pPr>
            <a:r>
              <a:t>●  1. RAW TOURNAMENT SIGNAL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 7-game sample: 15/30 3PT = 50.0% (Small-Sample Trap)</a:t>
            </a:r>
          </a:p>
          <a:p>
            <a:pPr>
              <a:defRPr sz="1150" b="1">
                <a:solidFill>
                  <a:srgbClr val="EA580C"/>
                </a:solidFill>
              </a:defRPr>
            </a:pPr>
            <a:r>
              <a:t>▼  2. HIGH VARIANCE &amp; NOISE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 A swing of just 3 shots drops 3PT% from 50% to 40%</a:t>
            </a:r>
          </a:p>
          <a:p>
            <a:pPr>
              <a:defRPr sz="1150" b="1">
                <a:solidFill>
                  <a:srgbClr val="0284C7"/>
                </a:solidFill>
              </a:defRPr>
            </a:pPr>
            <a:r>
              <a:t>▼  3. BAYESIAN SHRINKAGE (lambda = 0.75)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 Weighted contraction toward historical career baseline</a:t>
            </a:r>
          </a:p>
          <a:p>
            <a:pPr>
              <a:defRPr sz="1150" b="1">
                <a:solidFill>
                  <a:srgbClr val="16A34A"/>
                </a:solidFill>
              </a:defRPr>
            </a:pPr>
            <a:r>
              <a:t>▼  4. STABILIZED ESTIMATE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 Reliable true skill projection for pre-game tactical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1463040"/>
          </a:xfrm>
          <a:prstGeom prst="roundRect">
            <a:avLst/>
          </a:prstGeom>
          <a:solidFill>
            <a:srgbClr val="121E42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lambda = 0.75  |  BAYESIAN SHRINKAGE FACTOR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Contracts short-sample variance toward 3,767 player career baselines.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33756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CONCEPTUAL SHRINKAGE SPECTRUM</a:t>
            </a:r>
          </a:p>
          <a:p>
            <a:pPr>
              <a:defRPr sz="1050" b="1">
                <a:solidFill>
                  <a:srgbClr val="EA580C"/>
                </a:solidFill>
              </a:defRPr>
            </a:pPr>
            <a:r>
              <a:t>• Raw Tournament Estimate (50.0%) -&gt; High Variance / Noise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Shrunk Stabilized Estimate (38.5%) -&gt; Reliable Game-Plan Prior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• Global Population Mean (34.2%) -&gt; Historical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074920"/>
            <a:ext cx="5212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050" b="1">
                <a:solidFill>
                  <a:srgbClr val="16A34A"/>
                </a:solidFill>
              </a:defRPr>
            </a:pPr>
            <a:r>
              <a:t>Cluster Bootstrap (B = 5,000): Non-parametric 95% confidence intervals across 3,767 qualified campaigns (&gt;=40 min).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Core Principle: Small samples exaggerate hot streaks. Shrinkage restores empirical reality.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PLAYER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 Objective Functional Archetypes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Clustering 3,767 player campaigns via K-Means++ and PCA on 14 normalized per-40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Primary Initiator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High usage, primary P&amp;R handler, elite shot creation and passing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Floor Spacer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High 3P volume, catch-and-shoot specialist, low interior touches, elite spacing.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Interior Hub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Post playmaker, rim finisher, high offensive rebounding and short-roll passer.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Floor General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Pure playmaker, exceptional assist-to-turnover ratio, low turnover rate, tempo controller.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319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Defensive Anchor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Rim protector, elite defensive rebounder, screen-and-roll finisher, low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Balanced Wing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Versatile two-way wing, secondary creator, switchable defender, balanced shot profile.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Scouting Value: Moving beyond rigid 1-5 positions to evaluate true roster complement.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PREDICTIVE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Calibrated Machine Learning: LightGBM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Probabilistic match forecasting regularized with L2 penalty and isotonic calibration.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457200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0.1967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BRIER SCORE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vs 0.2500 naive baseline (+21.3% quadratic error reduction).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457200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0.0314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CALIBRATION ERROR (ECE)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Expected Calibration Error: within 3.14% of perfect calibration.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457200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11.74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POINT MARGIN MAE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Mean Absolute Error in point spread across 1,105 test matches.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Honest Probability: An event assigned 70% probability occurs exactly 7 out of 10 times.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VALIDATION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17-Fold Temporal Walk-Forward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Strict expanding-window splits preventing temporal data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Fold 01 | Train: EuroBasket 2005 -&gt; Test: FIBA World Cup 2006 (Out-of-sample)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Fold 05 | Train: 2005-2009 Tournaments -&gt; Test: FIBA World Cup 2010 (Out-of-sample)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Fold 11 | Train: 2005-2016 Tournaments -&gt; Test: FIBA EuroBasket 2017 (Out-of-sample)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Fold 17 | Train: 2005-2023 Tournaments -&gt; Test: Paris Olympic Games 2024 (Out-of-sample)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Why Walk-Forward Matters: Random K-Fold leaks modern 3-point volume into past eras.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TOURNAMENT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Monte Carlo Tournament Simulation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Simulating full tournament outcome distributions across 180,000 bracket iterations.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502920"/>
          </a:xfrm>
          <a:prstGeom prst="roundRect">
            <a:avLst/>
          </a:prstGeom>
          <a:solidFill>
            <a:srgbClr val="121E42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SIMULATION PIPELINE: Historical Data  -&gt;  Strength Priors  -&gt;  Monte Carlo (180,000)  -&gt;  Probabilistic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DYNAMIC TOURNAMENT BRACKET FLOW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▶  Round of 16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 Match 01  |  Match 02  |  Match 03  |  Match 04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▶  Quarterfinals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 QF 01  |  QF 02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▶  Semifinals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 SF 01  |  SF 02</a:t>
            </a:r>
          </a:p>
          <a:p>
            <a:pPr>
              <a:defRPr sz="1100" b="1">
                <a:solidFill>
                  <a:srgbClr val="0284C7"/>
                </a:solidFill>
              </a:defRPr>
            </a:pPr>
            <a:r>
              <a:t>▶  Final &amp; Podium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  CHAMPION  |  MEDAL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2120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180,000  |  BRACKET ITERATIONS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Full dynamic bracket simulations accounting for match sequence and cumulative fatigue.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02152"/>
            <a:ext cx="52120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400" b="1">
                <a:solidFill>
                  <a:srgbClr val="EA580C"/>
                </a:solidFill>
              </a:defRPr>
            </a:pPr>
            <a:r>
              <a:t>lambda = 0.75  |  BAYESIAN SHRINKAGE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Prevents over-reacting to preliminary round group-stage upsets.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18304"/>
            <a:ext cx="521208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PROBABILISTIC  |  OUTCOME DISTRIBUTIONS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Outputs conditional podium probability trees rather than fragile single-winner picks.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Modeling Focus: The system simulates outcome distributions, not deterministic winners.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DECISION SUPPORT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Workspace &amp; Anti-Hindsight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Isolating pre-game evidence from post-game outcomes to eliminate hindsight bias.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502920"/>
          </a:xfrm>
          <a:prstGeom prst="roundRect">
            <a:avLst/>
          </a:prstGeom>
          <a:solidFill>
            <a:srgbClr val="121E42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💻  ANALYST DECISION WORKSPACE  |  Streamlit Decision Support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926080" cy="3566160"/>
          </a:xfrm>
          <a:prstGeom prst="roundRect">
            <a:avLst/>
          </a:prstGeom>
          <a:solidFill>
            <a:srgbClr val="0A1128"/>
          </a:solidFill>
          <a:ln>
            <a:solidFill>
              <a:srgbClr val="12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APP FILTERS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Target Match: Spain vs USA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Checkpoint: T-1 (Pre-Game)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Evidence: Four Factors &amp; Drop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Roster State: Canonical 2008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Status: ANTI-HINDSIGHT 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286000"/>
            <a:ext cx="39319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PRE-GAME EVIDENCE (AVAILABLE)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Pace-neutral Four Factors (+4.2 Net Rating half-court)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Opponent defense alert: Center deep drop on P&amp;R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Longitudinal shooting priors (lambda = 0.75 stabilized)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Functional archetype matchup synergy &amp; rim delta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286000"/>
            <a:ext cx="34747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POST-GAME (QUARANTINED)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[QUARANTINED POST-GAME INFORMATION]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- Final score &amp; official boxscore totals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- Shooting percentages of current game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- Post-hoc tactical rationalizations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983480"/>
            <a:ext cx="7589520" cy="868680"/>
          </a:xfrm>
          <a:prstGeom prst="roundRect">
            <a:avLst/>
          </a:prstGeom>
          <a:solidFill>
            <a:srgbClr val="121E42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ANTI-HINDSIGHT AUDIT TRAIL:  T-7 Pre-Brief  -&gt;  T-1 Decision Log  -&gt;  Game Tip-Off  -&gt;  Outcome Revealed  -&gt;  Post-Game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Anti-Hindsight Guarantee: Analyst decisions are permanently timestamped before tip-off.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284C7"/>
                </a:solidFill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926080"/>
            <a:ext cx="228600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Selected 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Four Applied Demonstrations: Tactical Support, Data Engineering, ML Rigor, and Longitudinal R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CASE STUDY 01 : TACTICAL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From Data to the Whiteboard: Beijing 2008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How pre-game analytics framed the tactical strategy for Spain vs. USA 'Redeem Team'.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A580C"/>
                </a:solidFill>
              </a:defRPr>
            </a:pPr>
            <a:r>
              <a:t>Quantitative Pre-Game Signals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Context: Spain lost by 37 pts (82-119) in group phase against USA.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Half-Court Signal: In 5v5 half-court sets, Spain held a +4.2 Net Rating advantage via Gasol brothers inside.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Transition Vulnerability: USA scored 1.25 PPP on transition off turnovers.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Defensive Flaw: USA bigs dropped deep into paint to pack driving lanes.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Tactical Whiteboard Brief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Pace Control: Limit total possessions below 72 using 16+ second attacks.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Transition Defense: Implement 2-3 matchup zone immediately after made baskets.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Pick-and-Pop Spacing: Exploit deep drop with 3-pointers from Pau, Marc, and Garbajosa.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Court Outcome: Spain cut deficit to 4 pts (108-104) at 2:20; final 107-118.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Demonstration: Turning complex data into 3 concrete tactical questions for the head coach.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CASE STUDY 02 : SPORTS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In-Process OLAP Lakehouse with DuckDB &amp; Parquet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Deterministic data engineering for 20 years of heterogeneous international tournaments.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A580C"/>
                </a:solidFill>
              </a:defRPr>
            </a:pPr>
            <a:r>
              <a:t>Engineering Challenges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Heterogeneous FIBA Boxscores across 2005-2024 with varying column conventions.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Diacritic Name Variations across international alphabets (Nowitzki, Spanoulis, Bogdanovic).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Zero Cloud Infrastructure cost constraint: 100% offline local reproducibility.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Dual-Language Access: Zero-copy querying from both Python and 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Architecture Solutions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DuckDB Relational Engine: 12 tables, Star Schema, in-process ACID transactions.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11 Apache Parquet Marts: Snappy-compressed columnar storage with SHA-256 hashes.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Deterministic Entity Resolver: 2,124 canonical player IDs without paid commercial APIs.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Automated QA Suite: 227 tests in pytest enforcing 200 min/game invariants.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Demonstration: Production-quality data engineering capable of scaling to domestic leagues.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CASE STUDY 03 : MACHINE LEARNING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Zero-Leakage ML with 17 Chronological Folds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Avoiding temporal leakage and delivering calibrated probabilities for tournament play.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A580C"/>
                </a:solidFill>
              </a:defRPr>
            </a:pPr>
            <a:r>
              <a:t>Methodological Traps Avoided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Random K-Fold Cross-Validation leaks future playstyle evolution into past evaluations.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Over-confident predictions: raw neural nets produce uncalibrated probabilities in short events.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Overfitting on small samples: complex models over-index on single-game tournament anomalies.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Causal Overclaiming: confusing feature importance with tactical ground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Rigorous ML Protocol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Expanding Window: 17 folds evaluating strictly unseen tournaments (1,105 test games).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LightGBM with L2 Regularization on pre-game Four Factors differentials.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Isotonic Probability Calibration: Brier Score 0.1967 (vs 0.2500 naive), ECE 0.0314.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TreeSHAP Attribution: Interpretable local feature contribution without causal exaggeration.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Demonstration: Scientific honesty and calibrated probability estimation.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CASE STUDY 04 : R &amp; STATISTICAL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Longitudinal Shooting &amp; Role Mining in R / Quarto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Multi-year player evaluation, non-parametric bootstrap, and reproducible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A580C"/>
                </a:solidFill>
              </a:defRPr>
            </a:pPr>
            <a:r>
              <a:t>Statistical Analysis in R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Direct DuckDB Connection via DBI: Zero data duplication between Python and R.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Longitudinal Career Tracking: 3,767 qualified player campaigns (&gt;=40 minutes).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Cluster Bootstrap (B = 5,000): Non-parametric 95% confidence intervals for True Shooting %.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Rebounding &amp; Turnover Stability: Higher year-over-year correlation (r &gt; 0.65) than 3P%.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Clustering &amp; Quarto Reporting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PCA Decomposition: First 3 principal components explain &gt;60% of player variance.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K-Means++ Clustering: Discovery of 6 functional archetypes based on 14 normalized metrics.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Quarto CLI Pipeline: Automated compilation into interactive HTML report with ggplot2.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Custom Visualization: `theme_basketball_analytics()` with 300 DPI vector exports.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Demonstration: Advanced R, tidyverse, statistical inference, and reproducible reporting.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284C7"/>
                </a:solidFill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926080"/>
            <a:ext cx="228600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Validation &amp; Engineering 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227 Automated Pytest Tests, Cross-Language Verification, and Deterministic Master Runner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ENGINEERING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227 Automated Regression Tests (100% Pass)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Continuous integration test suite covering 26 specialized test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Data Integrity &amp; Invariants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Validates 200 min/game, boxscore closure, SHA-256 hashes, DuckDB schemas, and column contracts across all 18 tournaments.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3736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EA580C"/>
                </a:solidFill>
              </a:defRPr>
            </a:pPr>
            <a:r>
              <a:t>Analytical &amp; ML Precision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Tests walk-forward temporal splits, Brier Score bounds, ECE limits, Monte Carlo distribution bounds, and SHAP attribution coherence.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3736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Portfolio &amp; Cross-Language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Verifies R-DuckDB parity, Quarto compilation, publication package completeness, and zero prohibited marketing buzzwords.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Execution Speed: Full suite executes in ~2 minutes on standard hardware.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Cross-Language Parity: Python + R + DuckDB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Ensuring identical analytical results regardless of execution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Unified Warehouse — Single `basketball_analytics.duckdb` file accessed concurrently by Python (`duckdb`) and R (`DBI::dbConnect`).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Zero Discrepancy — Exact match on 1,145 games, 2,290 team rows, 27,353 player boxscores, and 4,350 qualified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79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Metric Synchronization — Identical eFG% (0.5355), Pace (61.72), and 3P Attempt Rate (0.3153) across Python and R pipelines.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Decoupled Design — Python handles ETL/ML; R handles statistical inference and visualization; Parquet provides columnar handoff.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Verified: Deterministic script `scripts/verify_cross_language.py` checks parity automatically.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ONE-COMMAND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Deterministic End-to-End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Run the entire project verification pipeline with a single master 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640080"/>
          </a:xfrm>
          <a:prstGeom prst="roundRect">
            <a:avLst/>
          </a:prstGeom>
          <a:solidFill>
            <a:srgbClr val="121E42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$ python scripts/run_project.py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1. Environment Check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Verifies Python 3.10+, R 4.4+, DuckDB, PyArrow, LightGBM, Pandas, and Pytest.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46888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EA580C"/>
                </a:solidFill>
              </a:defRPr>
            </a:pPr>
            <a:r>
              <a:t>2. Warehouse Check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Validates DuckDB database (16.8 MB) and 11 Parquet analytical marts.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46888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3. R Analysis Pipeline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Executes R statistical scripts and generates figures in reports/figures_r/ in ~21s.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46888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4. Pytest Regression Suite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Runs all 227 automated tests with 100% pass rate in ~2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Zero Live Dependencies: Everything needed is packaged inside the repository.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284C7"/>
                </a:solidFill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926080"/>
            <a:ext cx="228600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Limitations &amp; Professional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Scientific Honesty, Transparent Boundaries, and Operational Value for Basketball Clubs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METHODOLOGICAL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Transparent Boundaries: What the System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Clear distinction between data-backed capabilities and operational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A580C"/>
                </a:solidFill>
              </a:defRPr>
            </a:pPr>
            <a:r>
              <a:t>What the System DEMONSTRATES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Pace-neutral Four Factors and True Shooting evaluation.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Longitudinal Bayesian shrinkage to control short-tournament variance.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Strict out-of-sample calibrated match probability modeling.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Structured pre-game briefs that ask the right tactical questions.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Fully reproducible in-process OLAP data lakehouse.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What the System DOES NOT Claim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No 25Hz live optical tracking (no Second Spectrum camera telemetry).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No automatic game decisions: data structures evidence, coach decides.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No infallible betting prediction: models estimate uncertainty.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No causal guarantees: statistical associations are not mechanical laws.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No real-time in-game bench tracking (focused on pre/post game).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Scientific Integrity: Honest analytics earns the trust of coaching staffs.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ORGANIZATIONAL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Operational Value by Basketball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How different stakeholders in a basketball club extract value from this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502920"/>
          </a:xfrm>
          <a:prstGeom prst="roundRect">
            <a:avLst/>
          </a:prstGeom>
          <a:solidFill>
            <a:srgbClr val="121E42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ORGANIZATIONAL IMPACT:  BASKETBALL CLUB DECISION ECOSYSTEM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HEAD COACH &amp; STAFF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"WHAT TO CHANGE"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Pre-game 1.5-page coaching briefs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Opponent P&amp;R drop coverage alerts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Pace &amp; possession targets (&lt;= 72 poss)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SCOUTING DEPARTMENT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"WHO FITS"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6 objective functional archetypes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Small-sample shooting shrinkage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Roster complement &amp; role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2860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SPORTING DIRECTOR / GM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"WHAT TO INVEST IN"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Evidence-based contract valuation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Career trajectory stability curves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Recruitment risk minimization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698480" cy="685800"/>
          </a:xfrm>
          <a:prstGeom prst="roundRect">
            <a:avLst/>
          </a:prstGeom>
          <a:solidFill>
            <a:srgbClr val="121E42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VALUE PIPELINE:  RAW DATA (DuckDB Lakehouse)  -&gt;  EVIDENCE (R &amp; Calibrated ML)  -&gt;  DECISION SUPPORT (Pizarra &amp; Roster)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Operational Impact: Moving from raw data tables directly to court and roster decisions.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PRACTICAL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Day-1 Club Onboarding Roadmap (30 Days)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How this modular platform deploys seamlessly in domestic club leagues.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502920"/>
          </a:xfrm>
          <a:prstGeom prst="roundRect">
            <a:avLst/>
          </a:prstGeom>
          <a:solidFill>
            <a:srgbClr val="121E42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TRANSITION TIMELINE:  DAY 01 --------------&gt; DAY 10 --------------&gt; DAY 20 --------------&gt; DAY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PHASE 01 : DATA AUDIT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Days 1-10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Connect domestic boxscores (Synergy, Genius, EuroLeague API)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Validate relational DuckDB schema &amp; table contracts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Execute automated QA suite (200 min/game invariants)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PHASE 02 : ANALYST WORKFLOW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Days 11-20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Calibrate league-specific Four Factors baselines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Set Bayesian shrinkage priors (lambda = 0.75) for roster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Train video analysts on anti-hindsight workspace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2860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PHASE 03 : STAFF INTEGRATION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Days 21-30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Deliver automated pre-game briefs directly to coaching staff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Integrate Four Factors alerts into whiteboard pre-game talks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Establish weekly post-game accuracy review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698480" cy="685800"/>
          </a:xfrm>
          <a:prstGeom prst="roundRect">
            <a:avLst/>
          </a:prstGeom>
          <a:solidFill>
            <a:srgbClr val="121E42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⭐  DAY 30 MILESTONE: FULLY EMBEDDED DECISION SYSTEM  (Zero Cloud Overhead, 100% Offline Reproducibility)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Turnkey Deployment: Modular pipeline ready for immediate adoption in professional clubs.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disciplined, reproducible approach to basketball quantitative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1. Data-First &amp; Rigorous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20 years of FIBA tournaments structured in DuckDB and Parquet with 227 automated tests and zero data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EA580C"/>
                </a:solidFill>
              </a:defRPr>
            </a:pPr>
            <a:r>
              <a:t>2. Calibrated Machine Learning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Brier Score 0.1967 and ECE 0.0314 across 17 chronological folds (1,105 test matches).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16A34A"/>
                </a:solidFill>
              </a:defRPr>
            </a:pPr>
            <a:r>
              <a:t>3. Actionable Tactical Impact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1.5-page briefs that ask concrete questions for the whiteboard instead of dumping raw statistical 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4. Transparent &amp; Reproducible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Complete open-source pipeline executed with a single command on GitHub.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</a:defRPr>
            </a:pPr>
            <a:r>
              <a:t>Core Philosophy: Data structures evidence. The coach decides the game.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3474720" cy="3657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PROJECT REPOSITORY &amp; CITATION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International Basketball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Explore the Full Open-Source Codebase, Case Studies, and Automated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10362895" cy="2011680"/>
          </a:xfrm>
          <a:prstGeom prst="round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36576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GitHub Repository: https://github.com/miguelo0203/basketball-analytics</a:t>
            </a:r>
          </a:p>
          <a:p>
            <a:pPr>
              <a:defRPr sz="1400">
                <a:solidFill>
                  <a:srgbClr val="16A34A"/>
                </a:solidFill>
              </a:defRPr>
            </a:pPr>
            <a:r>
              <a:t>Release v1.0.0 (Data-First, Verified, MIT License)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Citation: CITATION.cff (CFF v1.2.0)  |  Author: Miguel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